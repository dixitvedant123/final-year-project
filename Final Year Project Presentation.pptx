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CDC94-066C-4F5E-9CA6-74491ECE1B0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CBB5B-5B35-4639-BC32-142CDF30F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8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CBB5B-5B35-4639-BC32-142CDF30FC5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2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75A8-A8C1-DF02-AFA6-431491317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93B09-9188-9E42-AF82-8C4F56211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0A5AB-7146-07B5-0DD4-9D0AD563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4C5E8-1077-D639-654E-D8BEA0C3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461B-5B2A-CEE9-BB61-DE2CFA75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6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928F-0695-0E8E-6888-EE59C221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6E89-212C-EB59-A502-9888437F5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28112-DE80-F5EF-0151-C8F6BFB9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1FAB4-6A47-2478-AF7A-92EC2A6D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F55A-DCF4-09C1-3A38-7C9D4390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87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148F-C209-3A00-9F4D-A0E3B49B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EDBD7-A9AB-6684-2E9E-258AD1C59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932AA-C876-A126-C9C5-62A12B59C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FEE8-076F-077B-76F5-219AA7EE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4F24-139E-9BFF-9E67-2E5BF6F6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3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5F35-CDF9-80BC-BBB9-600FCA90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36C6-18E8-B138-0681-BD893CDD9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8E8BB-0E0C-2643-7CBB-85FCB00A1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555C3-2D66-26EB-9A4A-6109C179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3D47E-BC5C-5ACF-EB7A-F96041A7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9E889-F08A-A596-87EB-D592495B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23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0DE6-A8C6-8D50-D9BC-DA4D6355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90903-F919-FEA2-4ECA-BF5C1BB5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77A1E-2D20-BEB0-0202-F1B5AC96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ACEE1-70D6-2AE0-EF72-A18E155D3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FEE6BC-1549-A186-3F89-2DF2542F3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E2464-2A57-6FAC-DD3A-6B0B00147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7AA61-688D-2BA6-98C5-ECF35B21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9CBEC-6514-636B-37ED-31C5F8C1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25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509C-321C-FC9D-8163-4A2001B0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4C659-565E-6036-26D0-41E18D31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EE5C1-C335-8BF3-A345-B225902A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6FE0D-E0C8-DBE5-3836-26EB398E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12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F8B99-6273-A58A-B6C7-D4080235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157F81-34EC-BC86-A4BF-9F8FBB0A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0A34C-31D5-8886-F917-D24ED240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8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1C59-86B6-67B9-EE62-449373A5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F34E4-2784-525C-94D0-E1F501E4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9BC0A-AE1C-E061-8659-04E999D9C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86525-471D-57D4-ADD8-695F573F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66152-3960-F25B-3C48-A97A1A27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79CEF-BAC5-A4B2-5370-C2343459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65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1F8D-4BEC-B1A7-0B5E-A93328A3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CBE32-26CC-10CF-BEDD-F711EE057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A5F26-0FF7-AB95-06A3-9BEA614B4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CC85A-2DE2-7901-0217-6531B18D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A8E5B-AFCF-F8E1-CB37-3905741B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84AA-F18A-6132-C8F2-7A104E5A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21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51C1-4104-B036-9626-2D41600C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8CE6B-ACB7-4A60-C5A2-40A505771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AB030-ED53-BBE9-579D-28B08D4D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CFFA7-E08C-DC79-A898-64CB584E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ED931-D75D-A2DD-E98E-B10F118A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1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478B2F-6EE6-A447-9A5E-C7B9E32697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C9788-E816-7881-6441-844C7AB52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9BD3E-AF4B-BEB7-BB03-5229340B3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1F58D-E75D-69F4-CC8E-B008A757E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E64FE-8E64-9B83-C96E-5782E655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82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961C6-2A42-6584-296D-010E3B5E3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2C846-2FCF-2B5C-770A-00BA936BC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AEF00-60D6-7FB7-722B-F5E518200A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9CCA7-1E41-49E2-AE77-79F7CF9E6B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A9AF7-5E25-23EE-65B0-5D76629E2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53B8-5F24-EDA7-BA45-BD59473B0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4D2B2-09FE-40AE-9230-21CBF9D9F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8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8A0CA1-5930-E240-CD50-C854130DC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F255-77B1-6EB4-729E-211C2CD0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FBFB74-C232-3A8E-1297-A7C1AF644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4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1835-7FC3-99ED-33C8-1B673F8AC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B3404-E4C6-4A08-49B6-2B683543F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2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CCF4AC-081E-CACC-B1A7-D0DA63E0D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8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68582C-AA16-E8DA-8F92-72A8DA0C7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9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306CAF-6382-62AE-B0C9-FC4417086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5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FA9C7-923C-BA33-D418-88AC89117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7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ite Background Thank You Slide - SlideKit">
            <a:extLst>
              <a:ext uri="{FF2B5EF4-FFF2-40B4-BE49-F238E27FC236}">
                <a16:creationId xmlns:a16="http://schemas.microsoft.com/office/drawing/2014/main" id="{3C9FD941-ADE8-E321-0AFE-B8EC07961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99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Avyaansh Dixit</dc:creator>
  <cp:lastModifiedBy>Avyaansh Dixit</cp:lastModifiedBy>
  <cp:revision>1</cp:revision>
  <dcterms:created xsi:type="dcterms:W3CDTF">2026-04-11T07:10:13Z</dcterms:created>
  <dcterms:modified xsi:type="dcterms:W3CDTF">2026-04-11T07:10:26Z</dcterms:modified>
</cp:coreProperties>
</file>